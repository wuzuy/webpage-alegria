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sldIdLst>
    <p:sldId id="259" r:id="rId5"/>
    <p:sldId id="257" r:id="rId6"/>
    <p:sldId id="260" r:id="rId7"/>
    <p:sldId id="265" r:id="rId8"/>
    <p:sldId id="266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D38F3-7FD2-4ED8-C64C-BE3BEEBDBC62}" v="19" dt="2026-06-11T16:48:38.077"/>
    <p1510:client id="{936AB904-3556-7698-4963-B355F807296C}" v="90" dt="2026-06-11T18:36:02.966"/>
    <p1510:client id="{AED2B7E6-6479-4A2C-A36D-3BBD042BDF26}" v="2014" dt="2026-06-11T18:41:57.003"/>
    <p1510:client id="{B49BBA52-8EB6-9E4D-C11B-CB54E4FCE08E}" v="20" dt="2026-06-11T16:46:27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26" autoAdjust="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57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20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83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11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54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35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30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63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6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956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36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AA871-AA57-477E-9CE7-C080063A61F1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5B4EE45-A66B-40EE-BD1B-96139F91CB53}" type="slidenum">
              <a:rPr lang="pt-BR" smtClean="0"/>
              <a:t>‹#›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17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EE485E7-7D6D-4CB0-A3AD-261D97B2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E3208-F0C4-4962-8946-065C94F8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3B8DAC-C06A-384F-9E72-54B6A85E2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0235" y="1027937"/>
            <a:ext cx="6083708" cy="3711894"/>
          </a:xfrm>
        </p:spPr>
        <p:txBody>
          <a:bodyPr anchor="ctr">
            <a:normAutofit/>
          </a:bodyPr>
          <a:lstStyle/>
          <a:p>
            <a:r>
              <a:rPr lang="pt-BR" sz="5400" dirty="0"/>
              <a:t>Salão de Festas Alegria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19497E98-EF3F-22B6-01DA-37A9C9C1D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7" y="1027937"/>
            <a:ext cx="3254899" cy="3711894"/>
          </a:xfrm>
        </p:spPr>
        <p:txBody>
          <a:bodyPr anchor="ctr">
            <a:normAutofit/>
          </a:bodyPr>
          <a:lstStyle/>
          <a:p>
            <a:pPr algn="r"/>
            <a:r>
              <a:rPr lang="pt-BR" dirty="0"/>
              <a:t>LOGO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AE17D3-C2DC-4665-AF20-33C5BACD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375124"/>
            <a:ext cx="0" cy="301752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7021C573-B3FF-44B8-A5DE-AB39E9AA6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B0CCD4-E9B0-43B2-806F-05EDF57A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09E1B3BC-6B4B-6FB8-1589-D01EA6847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85" y="1027937"/>
            <a:ext cx="4105941" cy="410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4F328-59E0-E76F-CB63-A8AC48A9A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SOBRE O Salão de Festas Alegria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8E623C-D57E-C7B2-6868-2407F13BE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O </a:t>
            </a:r>
            <a:r>
              <a:rPr lang="pt-BR" sz="3200" b="1" dirty="0"/>
              <a:t>Salão de Festas Alegria</a:t>
            </a:r>
            <a:r>
              <a:rPr lang="pt-BR" sz="3200" dirty="0"/>
              <a:t> é uma empresa especializada na locação de espaços para eventos como aniversários, casamentos, formaturas, confraternizações e eventos corporativos.</a:t>
            </a:r>
          </a:p>
        </p:txBody>
      </p:sp>
    </p:spTree>
    <p:extLst>
      <p:ext uri="{BB962C8B-B14F-4D97-AF65-F5344CB8AC3E}">
        <p14:creationId xmlns:p14="http://schemas.microsoft.com/office/powerpoint/2010/main" val="3618742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9EA7-9A2B-DD64-24F6-7AC04BBA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38D01-32E8-F807-28A1-B016C5592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Objetivo a implantar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7A674-D615-55C2-0D65-D22B3B002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714" y="798974"/>
            <a:ext cx="6569166" cy="46588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CB95C-2843-090B-594D-148AB2AC9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 Para melhorar a divulgação dos serviços e organizar melhor os processos internos, iriamos desenvolver um sistema que funcione como um </a:t>
            </a:r>
            <a:r>
              <a:rPr lang="pt-BR" b="1" dirty="0"/>
              <a:t>site informativo</a:t>
            </a:r>
            <a:r>
              <a:rPr lang="pt-BR" dirty="0"/>
              <a:t> e de</a:t>
            </a:r>
            <a:r>
              <a:rPr lang="pt-BR" b="1" dirty="0"/>
              <a:t> gerenciamento web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E5BF7-2C02-4CD9-3460-99F5120D7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713" y="1732698"/>
            <a:ext cx="6764200" cy="294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5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97BE3-E132-4BB8-D79A-CED78B2B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11836-85B3-32A0-B5D9-24313C34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Objetivo a implantar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7DE5B-74FE-D7E2-F610-90A0268E53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parte informativa (Homepage) deverá apresentar informações sobre a empresa, fotos do espaço, serviços oferecidos, pacotes disponíveis, e um botão que leva para o formulário de contato para cadastro de clientes.</a:t>
            </a:r>
            <a:endParaRPr lang="pt-BR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548AA6-6024-2C7B-14E9-BD33D2115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123" y="2010878"/>
            <a:ext cx="4876799" cy="3684693"/>
          </a:xfrm>
          <a:prstGeom prst="rect">
            <a:avLst/>
          </a:prstGeom>
        </p:spPr>
      </p:pic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259D8EB-2F99-8953-B895-BF1F62B69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4271" y="3065093"/>
            <a:ext cx="4645152" cy="3441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476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7A87-7F49-C8C8-CE01-BFDD5408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79EA3-DDDA-BCA2-F5B5-D1B27DF5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Objetivo a implantar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882C6F-CB81-2E5C-96B7-08ACF250C8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página de login terá um botão “login”, onde deve ser utilizada apenas por um funcionário para realizar o cadastro de locações, que seria o controle de reservas dos eventos.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BE00-BDAF-3692-D3D4-668FD0A05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8321" y="4331918"/>
            <a:ext cx="4645152" cy="3441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 </a:t>
            </a:r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66A19-9276-DB41-86DA-479348229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606" y="2013187"/>
            <a:ext cx="3393132" cy="376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30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38528-126C-D7AF-E61D-B6472710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E44DC-D4C9-4A55-A590-C37BC84D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Como será implantado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12217B-61BF-4584-CF32-0B5C6AA6E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O sistema será implantado com o método de implementação paralelo, onde a empresa irá funcionar tanto no modelo físico como no modelo virtual, para melhorar a abrangência da divulgação da empresa, aperfeiçoando também processos internos.</a:t>
            </a:r>
          </a:p>
        </p:txBody>
      </p:sp>
    </p:spTree>
    <p:extLst>
      <p:ext uri="{BB962C8B-B14F-4D97-AF65-F5344CB8AC3E}">
        <p14:creationId xmlns:p14="http://schemas.microsoft.com/office/powerpoint/2010/main" val="42777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F556D-949B-0426-AA2A-97984DB1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CC433-5C98-7A75-C367-457C802C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O que será utilizado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08104E-C7DF-A85D-1E8B-790700C65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Iremos utilizar as linguagens HTML, CSS, </a:t>
            </a:r>
            <a:r>
              <a:rPr lang="pt-BR" sz="3200" dirty="0" err="1"/>
              <a:t>JavaScript</a:t>
            </a:r>
            <a:r>
              <a:rPr lang="pt-BR" sz="3200" dirty="0"/>
              <a:t> e PHP para a criação do sistema. Será utilizado também as plataformas Github e </a:t>
            </a:r>
            <a:r>
              <a:rPr lang="pt-BR" sz="3200" dirty="0" err="1"/>
              <a:t>Infinity</a:t>
            </a:r>
            <a:r>
              <a:rPr lang="pt-BR" sz="3200" dirty="0"/>
              <a:t> Free para hospedagem de banco de dados e testes na homologação e utilização na produção.</a:t>
            </a:r>
          </a:p>
        </p:txBody>
      </p:sp>
    </p:spTree>
    <p:extLst>
      <p:ext uri="{BB962C8B-B14F-4D97-AF65-F5344CB8AC3E}">
        <p14:creationId xmlns:p14="http://schemas.microsoft.com/office/powerpoint/2010/main" val="361180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0235-01BD-B135-FDDA-82098C125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F848D-9C25-0BDA-7000-878BDBCA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finalização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BC5D5FA-A126-D2E1-1041-01C56440A71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3" r="22913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85000"/>
            </a:prstClr>
          </a:solidFill>
          <a:ln w="9525" cap="sq">
            <a:noFill/>
            <a:miter lim="800000"/>
          </a:ln>
          <a:effectLst/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5DC94F-8F69-F639-F995-3B86AC46B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Dúvidas e sugestões?</a:t>
            </a:r>
          </a:p>
        </p:txBody>
      </p:sp>
    </p:spTree>
    <p:extLst>
      <p:ext uri="{BB962C8B-B14F-4D97-AF65-F5344CB8AC3E}">
        <p14:creationId xmlns:p14="http://schemas.microsoft.com/office/powerpoint/2010/main" val="179733346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1f6235a-df3c-4d89-8eb2-897481dd68d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8B846B79F2714B806DE352BEBC7EA0" ma:contentTypeVersion="5" ma:contentTypeDescription="Crie um novo documento." ma:contentTypeScope="" ma:versionID="b58a83042e5130ccdfb8b7f20a1ccb15">
  <xsd:schema xmlns:xsd="http://www.w3.org/2001/XMLSchema" xmlns:xs="http://www.w3.org/2001/XMLSchema" xmlns:p="http://schemas.microsoft.com/office/2006/metadata/properties" xmlns:ns3="d1f6235a-df3c-4d89-8eb2-897481dd68d9" targetNamespace="http://schemas.microsoft.com/office/2006/metadata/properties" ma:root="true" ma:fieldsID="56b46538ff0c04de3d5ece430ec9c1d2" ns3:_="">
    <xsd:import namespace="d1f6235a-df3c-4d89-8eb2-897481dd68d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6235a-df3c-4d89-8eb2-897481dd68d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7D22E-0AE1-40D1-9CC7-4023F1DD1DDE}">
  <ds:schemaRefs>
    <ds:schemaRef ds:uri="d1f6235a-df3c-4d89-8eb2-897481dd68d9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16D0808-1C76-43A6-BDC9-83ECC05592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6B4B63-603B-4E68-8C04-DFD4E21081F4}">
  <ds:schemaRefs>
    <ds:schemaRef ds:uri="d1f6235a-df3c-4d89-8eb2-897481dd68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242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Salão de Festas Alegria</vt:lpstr>
      <vt:lpstr>SOBRE O Salão de Festas Alegria</vt:lpstr>
      <vt:lpstr>Objetivo a implantar</vt:lpstr>
      <vt:lpstr>Objetivo a implantar</vt:lpstr>
      <vt:lpstr>Objetivo a implantar</vt:lpstr>
      <vt:lpstr>Como será implantado</vt:lpstr>
      <vt:lpstr>O que será utilizado</vt:lpstr>
      <vt:lpstr>finalização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Matheus Lima Sandin</dc:creator>
  <cp:lastModifiedBy>Lucas Matheus Lima Sandin</cp:lastModifiedBy>
  <cp:revision>1</cp:revision>
  <dcterms:created xsi:type="dcterms:W3CDTF">2026-06-11T16:34:59Z</dcterms:created>
  <dcterms:modified xsi:type="dcterms:W3CDTF">2026-06-11T18:41:57Z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2026-06-11T16:34:59Z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cc3a461b-a908-44b9-85cf-8865da286fc9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0x0101000D8B846B79F2714B806DE352BEBC7EA0</vt:lpwstr>
  </property>
</Properties>
</file>